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Manrope ExtraLight"/>
      <p:regular r:id="rId201323"/>
    </p:embeddedFont>
    <p:embeddedFont>
      <p:font typeface="Manrope Light"/>
      <p:regular r:id="rId201324"/>
    </p:embeddedFont>
    <p:embeddedFont>
      <p:font typeface="Manrope"/>
      <p:regular r:id="rId201325"/>
    </p:embeddedFont>
    <p:embeddedFont>
      <p:font typeface="Manrope Medium"/>
      <p:regular r:id="rId201326"/>
    </p:embeddedFont>
    <p:embeddedFont>
      <p:font typeface="Manrope SemiBold"/>
      <p:regular r:id="rId201327"/>
    </p:embeddedFont>
    <p:embeddedFont>
      <p:font typeface="Manrope Bold"/>
      <p:regular r:id="rId201328"/>
    </p:embeddedFont>
    <p:embeddedFont>
      <p:font typeface="Manrope ExtraBold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Behaviour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analytics project • Python, MySQL, Power BI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Prepared by: Anisa Shaikh — 7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3326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888852"/>
            <a:ext cx="2290465" cy="1053182"/>
          </a:xfrm>
          <a:prstGeom prst="roundRect">
            <a:avLst>
              <a:gd name="adj" fmla="val 1211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2035373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341885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Transform raw transactions into business insights.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888852"/>
            <a:ext cx="2290539" cy="1053182"/>
          </a:xfrm>
          <a:prstGeom prst="roundRect">
            <a:avLst>
              <a:gd name="adj" fmla="val 1211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2035373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341885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for prep, MySQL for analysis, Power BI for viz.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083793"/>
            <a:ext cx="4722763" cy="826368"/>
          </a:xfrm>
          <a:prstGeom prst="roundRect">
            <a:avLst>
              <a:gd name="adj" fmla="val 15440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3230314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53682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dashboards + actionable recommendations.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0782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505173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Problem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1868388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Large transaction volumes hide purchasing insights.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2463775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925119" y="2826990"/>
            <a:ext cx="21884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Analyse purchasing behaviour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top categories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Evaluate spending &amp; subscriptions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interactive dashboard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Deliver actionable insights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4201" y="1505173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64201" y="1868388"/>
            <a:ext cx="21884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Records: 3,900 • Original features: 18 • Final features: 19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Missing values: 37 (Review Rating)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64201" y="3044949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64201" y="3408164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· MySQL · Power BI · Git/GitHub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6472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Workflow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820317"/>
            <a:ext cx="4722763" cy="17721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12044" y="3162277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3414322" y="3162277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2521479" y="3162277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628635" y="3162277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16276" y="3162277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data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96119" y="375195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analytics driving data-led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0468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860277"/>
            <a:ext cx="2290465" cy="1081757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19050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85927" y="2021086"/>
            <a:ext cx="19688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85927" y="2327597"/>
            <a:ext cx="19688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Filled review ratings via category median.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860277"/>
            <a:ext cx="2290539" cy="1081757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19050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8151" y="2021086"/>
            <a:ext cx="1968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Cleanup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8151" y="2327597"/>
            <a:ext cx="1968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Standardized column names; removed promo_code_used.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083793"/>
            <a:ext cx="4722763" cy="854943"/>
          </a:xfrm>
          <a:prstGeom prst="roundRect">
            <a:avLst>
              <a:gd name="adj" fmla="val 14924"/>
            </a:avLst>
          </a:prstGeom>
          <a:solidFill>
            <a:srgbClr val="FFFFFF"/>
          </a:solidFill>
          <a:ln w="19050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85927" y="3244602"/>
            <a:ext cx="4401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85927" y="3551113"/>
            <a:ext cx="4401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Added Age Group and Purchase Frequency (Days).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8820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Highlights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14711"/>
            <a:ext cx="753740" cy="465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2214711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(EDA)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521223"/>
            <a:ext cx="166821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quality checks, descriptive stats, feature engineering.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214711"/>
            <a:ext cx="753740" cy="4658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2214711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521223"/>
            <a:ext cx="16682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by gender, subscription behaviour, top products, age group revenue, discount usage.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214711"/>
            <a:ext cx="753740" cy="4658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214711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521223"/>
            <a:ext cx="166821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dashboard: customers, avg purchase, ratings, category &amp; age breakdowns.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6059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 — Revenue &amp; Customers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959173"/>
            <a:ext cx="4722763" cy="2323654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0881" y="1963936"/>
            <a:ext cx="1571030" cy="14972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42640" y="2105695"/>
            <a:ext cx="12875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Category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412206"/>
            <a:ext cx="12875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Clothing = highest revenue &amp; volume. Focus area.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71911" y="1963936"/>
            <a:ext cx="1571104" cy="14972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2071911" y="1963936"/>
            <a:ext cx="19050" cy="1497285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0" name="Text 7"/>
          <p:cNvSpPr/>
          <p:nvPr/>
        </p:nvSpPr>
        <p:spPr>
          <a:xfrm>
            <a:off x="2213670" y="2105695"/>
            <a:ext cx="128758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Demographic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213670" y="2633663"/>
            <a:ext cx="12875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Young Adults generate largest revenue share.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43015" y="1963936"/>
            <a:ext cx="1571104" cy="14972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643015" y="1963936"/>
            <a:ext cx="19050" cy="1497285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4" name="Text 11"/>
          <p:cNvSpPr/>
          <p:nvPr/>
        </p:nvSpPr>
        <p:spPr>
          <a:xfrm>
            <a:off x="3784774" y="2105695"/>
            <a:ext cx="12875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784774" y="2412206"/>
            <a:ext cx="12875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purchase ≈ $59.8 — stable across transactions.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0881" y="3461221"/>
            <a:ext cx="4713238" cy="8168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00881" y="3461221"/>
            <a:ext cx="4713238" cy="19050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8" name="Text 15"/>
          <p:cNvSpPr/>
          <p:nvPr/>
        </p:nvSpPr>
        <p:spPr>
          <a:xfrm>
            <a:off x="642640" y="360298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2640" y="3909492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rating 3.75/5 — positive but improvable.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20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&amp; Subscription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34480"/>
            <a:ext cx="3053135" cy="17300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1969368"/>
            <a:ext cx="47526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899892" y="2332583"/>
            <a:ext cx="475267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 — welcome offers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Returning — personalized recommendations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Loyal — exclusive rewards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99892" y="3253904"/>
            <a:ext cx="47526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99892" y="3617119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 subscribers vs non-subscribers to refine benefits.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04614"/>
            <a:ext cx="4722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&amp; Operational Insights</a:t>
            </a:r>
            <a:endParaRPr lang="en-US" sz="2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193676"/>
            <a:ext cx="326678" cy="3266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670893"/>
            <a:ext cx="47227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Performance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3925119" y="1947267"/>
            <a:ext cx="47227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Top-rated + top-selling products guide inventory allocation.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389063"/>
            <a:ext cx="326678" cy="3266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2866281"/>
            <a:ext cx="47227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Effectiveness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3925119" y="3142655"/>
            <a:ext cx="47227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discounts that drive profitable incremental sales.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584451"/>
            <a:ext cx="326678" cy="3266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4061668"/>
            <a:ext cx="47227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Preferences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3925119" y="4338042"/>
            <a:ext cx="47227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avg purchase by shipping method to optimize logistics.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8338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&amp; Outcome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925119" y="948630"/>
            <a:ext cx="496119" cy="744215"/>
          </a:xfrm>
          <a:prstGeom prst="roundRect">
            <a:avLst>
              <a:gd name="adj" fmla="val 36004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29733" y="1072604"/>
            <a:ext cx="41181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Categories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29733" y="1331565"/>
            <a:ext cx="41181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 in Clothing: inventory, promotions, assortment.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25119" y="1801341"/>
            <a:ext cx="496119" cy="744215"/>
          </a:xfrm>
          <a:prstGeom prst="roundRect">
            <a:avLst>
              <a:gd name="adj" fmla="val 36004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29733" y="1925315"/>
            <a:ext cx="41181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Marketing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29733" y="2184276"/>
            <a:ext cx="41181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Personalize campaigns by segment; prioritize Young Adults.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2654052"/>
            <a:ext cx="496119" cy="744215"/>
          </a:xfrm>
          <a:prstGeom prst="roundRect">
            <a:avLst>
              <a:gd name="adj" fmla="val 36004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9733" y="2778026"/>
            <a:ext cx="41181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Strategy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9733" y="3036987"/>
            <a:ext cx="41181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Enhance benefits if subscribers show higher LTV; redesign if not.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506763"/>
            <a:ext cx="496119" cy="744215"/>
          </a:xfrm>
          <a:prstGeom prst="roundRect">
            <a:avLst>
              <a:gd name="adj" fmla="val 36004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9733" y="3630737"/>
            <a:ext cx="41181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Actions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29733" y="3889697"/>
            <a:ext cx="41181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Data-driven inventory forecasting; monitor reviews for quality fixes.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25119" y="4373017"/>
            <a:ext cx="4722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Outcome: End-to-end analytics turns transactions into actionable BI for revenue growth and retention.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2026-07-07T13:54:39Z</dcterms:created>
  <dcterms:modified xsi:type="dcterms:W3CDTF">2026-07-07T13:54:39Z</dcterms:modified>
</cp:coreProperties>
</file>